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C.O.U.N.T. Review — {{REVIEW_DATE}}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{{SUBHEADER}}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921240" y="18288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4E7EA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182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{{TOTAL_SCORE}}/25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11640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SNAPSHOT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{{ACCOUNT_SNAPSHOT}}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&amp; Contracts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29814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9542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85309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5037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(Value Add)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40803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0531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(Targets)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6298" y="1444752"/>
            <a:ext cx="221833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6026" y="1444752"/>
            <a:ext cx="1998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&amp; Team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084832"/>
            <a:ext cx="2218334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11480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Assets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{{R_SCORE}}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{{R_EVIDENCE}}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29814" y="2084832"/>
            <a:ext cx="2218334" cy="45720"/>
          </a:xfrm>
          <a:prstGeom prst="rect">
            <a:avLst/>
          </a:prstGeom>
          <a:solidFill>
            <a:srgbClr val="2F8FE0"/>
          </a:solidFill>
          <a:ln/>
        </p:spPr>
      </p:sp>
      <p:sp>
        <p:nvSpPr>
          <p:cNvPr id="25" name="Shape 23"/>
          <p:cNvSpPr/>
          <p:nvPr/>
        </p:nvSpPr>
        <p:spPr>
          <a:xfrm>
            <a:off x="2629814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6974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766974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Value to Customer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66974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{{E_SCORE}}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66974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{{E_EVIDENCE}}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5309" y="2084832"/>
            <a:ext cx="2218334" cy="45720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31" name="Shape 29"/>
          <p:cNvSpPr/>
          <p:nvPr/>
        </p:nvSpPr>
        <p:spPr>
          <a:xfrm>
            <a:off x="4985309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2469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9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122469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&amp; Contracts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2469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{{A_SCORE}}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2469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{{A_EVIDENCE}}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40803" y="2084832"/>
            <a:ext cx="2218334" cy="45720"/>
          </a:xfrm>
          <a:prstGeom prst="rect">
            <a:avLst/>
          </a:prstGeom>
          <a:solidFill>
            <a:srgbClr val="D89B00"/>
          </a:solidFill>
          <a:ln/>
        </p:spPr>
      </p:sp>
      <p:sp>
        <p:nvSpPr>
          <p:cNvPr id="37" name="Shape 35"/>
          <p:cNvSpPr/>
          <p:nvPr/>
        </p:nvSpPr>
        <p:spPr>
          <a:xfrm>
            <a:off x="7340803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7963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9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477963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Stage &amp; Crisis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77963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9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{{C_SCORE}}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77963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{{C_EVIDENCE}}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96298" y="2084832"/>
            <a:ext cx="2218334" cy="45720"/>
          </a:xfrm>
          <a:prstGeom prst="rect">
            <a:avLst/>
          </a:prstGeom>
          <a:solidFill>
            <a:srgbClr val="E0186F"/>
          </a:solidFill>
          <a:ln/>
        </p:spPr>
      </p:sp>
      <p:sp>
        <p:nvSpPr>
          <p:cNvPr id="43" name="Shape 41"/>
          <p:cNvSpPr/>
          <p:nvPr/>
        </p:nvSpPr>
        <p:spPr>
          <a:xfrm>
            <a:off x="9696298" y="2130552"/>
            <a:ext cx="2218334" cy="233172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33458" y="2267712"/>
            <a:ext cx="1944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18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9833458" y="2697480"/>
            <a:ext cx="1944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33458" y="3063240"/>
            <a:ext cx="1944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1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{{H_SCORE}}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833458" y="3364992"/>
            <a:ext cx="19440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{{H_EVIDENCE}}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645152"/>
            <a:ext cx="1783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6908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" y="497433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{{TOTAL_SCORE}} / 25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11480" y="5175504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{{CLASSIFICATION}}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94560" y="4645152"/>
            <a:ext cx="2327148" cy="658368"/>
          </a:xfrm>
          <a:prstGeom prst="roundRect">
            <a:avLst>
              <a:gd name="adj" fmla="val 11111"/>
            </a:avLst>
          </a:prstGeom>
          <a:solidFill>
            <a:srgbClr val="DCF3E6"/>
          </a:solidFill>
          <a:ln/>
        </p:spPr>
      </p:sp>
      <p:sp>
        <p:nvSpPr>
          <p:cNvPr id="53" name="Text 51"/>
          <p:cNvSpPr/>
          <p:nvPr/>
        </p:nvSpPr>
        <p:spPr>
          <a:xfrm>
            <a:off x="2194560" y="4736592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21-25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194560" y="49926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58868" y="4645152"/>
            <a:ext cx="2327148" cy="658368"/>
          </a:xfrm>
          <a:prstGeom prst="roundRect">
            <a:avLst>
              <a:gd name="adj" fmla="val 11111"/>
            </a:avLst>
          </a:prstGeom>
          <a:solidFill>
            <a:srgbClr val="DCEBF9"/>
          </a:solidFill>
          <a:ln/>
        </p:spPr>
      </p:sp>
      <p:sp>
        <p:nvSpPr>
          <p:cNvPr id="56" name="Text 54"/>
          <p:cNvSpPr/>
          <p:nvPr/>
        </p:nvSpPr>
        <p:spPr>
          <a:xfrm>
            <a:off x="4658868" y="4736592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16-20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58868" y="49926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Growth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123176" y="4645152"/>
            <a:ext cx="2327148" cy="658368"/>
          </a:xfrm>
          <a:prstGeom prst="roundRect">
            <a:avLst>
              <a:gd name="adj" fmla="val 11111"/>
            </a:avLst>
          </a:prstGeom>
          <a:solidFill>
            <a:srgbClr val="F6EFC9"/>
          </a:solidFill>
          <a:ln/>
        </p:spPr>
      </p:sp>
      <p:sp>
        <p:nvSpPr>
          <p:cNvPr id="59" name="Text 57"/>
          <p:cNvSpPr/>
          <p:nvPr/>
        </p:nvSpPr>
        <p:spPr>
          <a:xfrm>
            <a:off x="7123176" y="4736592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23176" y="49926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587484" y="4645152"/>
            <a:ext cx="2327148" cy="658368"/>
          </a:xfrm>
          <a:prstGeom prst="roundRect">
            <a:avLst>
              <a:gd name="adj" fmla="val 11111"/>
            </a:avLst>
          </a:prstGeom>
          <a:solidFill>
            <a:srgbClr val="F8DCE1"/>
          </a:solidFill>
          <a:ln/>
        </p:spPr>
      </p:sp>
      <p:sp>
        <p:nvSpPr>
          <p:cNvPr id="62" name="Text 60"/>
          <p:cNvSpPr/>
          <p:nvPr/>
        </p:nvSpPr>
        <p:spPr>
          <a:xfrm>
            <a:off x="9587484" y="4736592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587484" y="4992624"/>
            <a:ext cx="2327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2026-08-30T14:33:07Z</dcterms:created>
  <dcterms:modified xsi:type="dcterms:W3CDTF">2026-08-30T14:33:07Z</dcterms:modified>
</cp:coreProperties>
</file>